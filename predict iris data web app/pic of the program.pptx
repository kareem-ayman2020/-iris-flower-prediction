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10B0-841D-4652-80FA-3C19221C1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46DF4F-D325-4EE6-8842-6DD117E47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2CA42-5A8F-4FE9-8F23-E71F9EE7C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17ED7-16DF-475B-B62A-11F3C1A78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DCE89-CAD1-40AA-BC69-2CAF4187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584D-3DDB-4BE0-BAD6-DF040BA5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35866-F80A-4B2B-957B-4AD651832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59498-E7BF-466F-9216-14B9B365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6488-E5C8-4ABA-B3EA-5631217E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4EA1A-7AEB-4838-AF6F-55C434E4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9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82A0-1E9A-42D1-AF53-F6F5307C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8633C-2695-465D-A922-CF545A27B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DEDCF-ED09-48DB-AF1E-5C2F64F4A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FB5EB-037A-4BD9-8702-8C21C0C8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99295-6DA8-4C56-B680-45AC7334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5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32F5-5E63-47F1-9790-58675CA8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B8409-725E-48A9-947C-622AC0C03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65A00-1749-4D62-A11D-76439623E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DDF98-7163-44E3-BA2A-A7F0B702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47177-5EBD-4959-8CA1-B09F14D1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3A3F9-0839-43B7-AC8B-899A20D3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57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40CC-19C6-4601-A427-14D83539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0D182-9215-4911-A51B-1EE66FC2B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2021F-9DDC-4055-B871-9C75740F4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9A57F-8AC0-4537-87FE-83ED35E8C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E5281-28B8-4F51-A052-013CB7DDA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BEFA5-874E-4B0E-B9C4-697E75DE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7DA57-AE18-4D60-AFE6-9D3D4DE7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2EB2E5-246D-4F89-A133-FEDA1C1D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BFA8-8BC9-48F3-BEDC-89639E6D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3C916-53C4-4EFE-8976-454AC8C4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376D3-5ADF-4E15-8494-E2BDB9FD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831E8-CE3B-413E-BBE3-50133056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6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33AA1A-0588-46FC-B7C2-15E348C57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3DA450-FAE8-47F8-ADDF-748301ED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FBC20-8DDF-4CE5-BD7D-37E0413E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44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38F8-ECBD-4AD7-AE6C-AED6981C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33719-0638-4EB0-85F7-94BEB00F1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4F05A-0039-4CB0-A1F5-1367D9051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1EC5A-BDDD-4BBF-B99E-A8223564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291C7-B7A2-4671-A02F-B9235756F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9A8FF-9603-4C41-A337-D7CBBE3E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34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9576-0646-4B57-8529-E43397A0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26C1C7-1D37-4B33-8C97-3C181EDEFA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39C4A-3606-4FF0-B844-1A3160669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31BDB4-3949-413C-ABA3-FB782235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40819-5E7D-44FF-9E6C-239A806F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E1FFC-0C83-4740-93D8-834C68409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0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954B-4F28-46A5-9846-58545440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BDA8A-7A05-4AFE-805F-E2B95F20D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576EF-57CD-41D5-BEAB-437D1812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F8613-1F2E-4C78-B019-42C85515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6782-27FC-4479-8FA5-2D9AE2FB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27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470647-FF8D-4A11-BBBE-236425F07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E7A4E-5E69-4617-B4A5-D98ECACF9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D8368-C578-4B54-9B71-87998B8C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44FE8-B50B-4B6A-9A04-9388834F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3BB9B-3FBC-426A-91AC-7035EEE8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880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1A6EB-3C94-4550-B88E-D3DDB2AEF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F8036-2FDF-4BD6-8CDD-EAE5DB111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7075-C9D8-4516-91E9-7D8D3AD8C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CF128-0F12-4D48-8FC3-CDFF684BB8F8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D7816-8784-4F72-B60A-8DD620266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35C64-5269-467A-8ECD-6D7BAEFA8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17CA0-1559-4BBB-B29C-8D4B3E1FF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D18DAF-1F88-4F93-4BE1-EA71AA317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2637"/>
            <a:ext cx="12192000" cy="696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18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ACCD4-D6FA-4B8F-ACAF-DFE708691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1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CD9A6-F849-4085-A65C-AC60F55C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479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1A3415-1100-4645-852A-B7535DE2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50"/>
            <a:ext cx="12192000" cy="654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58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Mohamed Ahmed</cp:lastModifiedBy>
  <cp:revision>6</cp:revision>
  <dcterms:created xsi:type="dcterms:W3CDTF">2021-12-18T13:24:26Z</dcterms:created>
  <dcterms:modified xsi:type="dcterms:W3CDTF">2024-02-09T14:09:32Z</dcterms:modified>
</cp:coreProperties>
</file>